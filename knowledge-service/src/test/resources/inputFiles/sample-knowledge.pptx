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Service PPTX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fetch retrieve chunk profile job stats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